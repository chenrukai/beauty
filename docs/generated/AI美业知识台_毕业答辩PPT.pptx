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AI美业知识台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基于CMS架构的“美业多媒体知识库”构建与展示系统实现</a:t>
            </a:r>
          </a:p>
          <a:p>
            <a:pPr lvl="0">
              <a:buChar char="•"/>
            </a:pPr>
            <a:r>
              <a:rPr lang="zh-CN" sz="2000" dirty="0"/>
              <a:t>毕业设计答辩汇报</a:t>
            </a:r>
          </a:p>
          <a:p>
            <a:pPr lvl="0">
              <a:buChar char="•"/>
            </a:pPr>
            <a:r>
              <a:rPr lang="zh-CN" sz="2000" dirty="0"/>
              <a:t>专业：软件工程  班级：2022软件工程1班</a:t>
            </a:r>
          </a:p>
          <a:p>
            <a:pPr lvl="0">
              <a:buChar char="•"/>
            </a:pPr>
            <a:r>
              <a:rPr lang="zh-CN" sz="2000" dirty="0"/>
              <a:t>说明：封面中的姓名、学号、指导教师可按本人信息补充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选题背景与研究意义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美业门店知识分散在产品手册、培训文档、护理SOP与经验口述中，难以统一沉淀</a:t>
            </a:r>
          </a:p>
          <a:p>
            <a:pPr lvl="0">
              <a:buChar char="•"/>
            </a:pPr>
            <a:r>
              <a:rPr lang="zh-CN" sz="2000" dirty="0"/>
              <a:t>传统CMS擅长内容管理，但缺少语义检索与智能问答能力</a:t>
            </a:r>
          </a:p>
          <a:p>
            <a:pPr lvl="0">
              <a:buChar char="•"/>
            </a:pPr>
            <a:r>
              <a:rPr lang="zh-CN" sz="2000" dirty="0"/>
              <a:t>大模型具备问答能力，但存在知识滞后与幻觉风险，需要结合私有知识库</a:t>
            </a:r>
          </a:p>
          <a:p>
            <a:pPr lvl="0">
              <a:buChar char="•"/>
            </a:pPr>
            <a:r>
              <a:rPr lang="zh-CN" sz="2000" dirty="0"/>
              <a:t>本课题希望建设一个可管理、可检索、可追溯、可问答的垂直领域知识平台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研究目标与核心问题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实现一个面向美业场景的知识管理与智能问答系统原型</a:t>
            </a:r>
          </a:p>
          <a:p>
            <a:pPr lvl="0">
              <a:buChar char="•"/>
            </a:pPr>
            <a:r>
              <a:rPr lang="zh-CN" sz="2000" dirty="0"/>
              <a:t>打通“知识录入—文件处理—向量入库—智能问答—来源展示”的完整链路</a:t>
            </a:r>
          </a:p>
          <a:p>
            <a:pPr lvl="0">
              <a:buChar char="•"/>
            </a:pPr>
            <a:r>
              <a:rPr lang="zh-CN" sz="2000" dirty="0"/>
              <a:t>解决异构技术栈协同问题：Spring Boot业务系统 + 本地大模型/Ollama</a:t>
            </a:r>
          </a:p>
          <a:p>
            <a:pPr lvl="0">
              <a:buChar char="•"/>
            </a:pPr>
            <a:r>
              <a:rPr lang="zh-CN" sz="2000" dirty="0"/>
              <a:t>提升问答的专业性、可解释性与实际演示效果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系统总体方案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前端：Vue 3 + Vite + Element Plus</a:t>
            </a:r>
          </a:p>
          <a:p>
            <a:pPr lvl="0">
              <a:buChar char="•"/>
            </a:pPr>
            <a:r>
              <a:rPr lang="zh-CN" sz="2000" dirty="0"/>
              <a:t>后端：Spring Boot 3 + Spring Security + JWT + MyBatis-Plus</a:t>
            </a:r>
          </a:p>
          <a:p>
            <a:pPr lvl="0">
              <a:buChar char="•"/>
            </a:pPr>
            <a:r>
              <a:rPr lang="zh-CN" sz="2000" dirty="0"/>
              <a:t>中间件：MySQL、Redis、RabbitMQ、MinIO、Milvus</a:t>
            </a:r>
          </a:p>
          <a:p>
            <a:pPr lvl="0">
              <a:buChar char="•"/>
            </a:pPr>
            <a:r>
              <a:rPr lang="zh-CN" sz="2000" dirty="0"/>
              <a:t>AI能力：Ollama 本地模型 + RAG 检索增强生成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系统功能设计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管理员端：运营总览、公告管理、知识列表、分类树、文件上传、任务监控、实体确认、用户管理</a:t>
            </a:r>
          </a:p>
          <a:p>
            <a:pPr lvl="0">
              <a:buChar char="•"/>
            </a:pPr>
            <a:r>
              <a:rPr lang="zh-CN" sz="2000" dirty="0"/>
              <a:t>普通用户端：首页推荐、知识详情、收藏、智能问答、来源查看</a:t>
            </a:r>
          </a:p>
          <a:p>
            <a:pPr lvl="0">
              <a:buChar char="•"/>
            </a:pPr>
            <a:r>
              <a:rPr lang="zh-CN" sz="2000" dirty="0"/>
              <a:t>权限设计：管理员与普通用户分离，普通用户支持注册</a:t>
            </a:r>
          </a:p>
          <a:p>
            <a:pPr lvl="0">
              <a:buChar char="•"/>
            </a:pPr>
            <a:r>
              <a:rPr lang="zh-CN" sz="2000" dirty="0"/>
              <a:t>内容状态：草稿、发布、下线，支持相应的管理操作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关键业务流程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知识入库流程：上传文件 -&gt; 写入任务 -&gt; RabbitMQ入队 -&gt; 文本提取/分块 -&gt; 向量化 -&gt; 状态回写</a:t>
            </a:r>
          </a:p>
          <a:p>
            <a:pPr lvl="0">
              <a:buChar char="•"/>
            </a:pPr>
            <a:r>
              <a:rPr lang="zh-CN" sz="2000" dirty="0"/>
              <a:t>问答流程：用户提问 -&gt; 混合检索 -&gt; 组织上下文 -&gt; 大模型生成 -&gt; 返回回答与来源</a:t>
            </a:r>
          </a:p>
          <a:p>
            <a:pPr lvl="0">
              <a:buChar char="•"/>
            </a:pPr>
            <a:r>
              <a:rPr lang="zh-CN" sz="2000" dirty="0"/>
              <a:t>统计流程：浏览/搜索/收藏记录入库 -&gt; 后台报表聚合 -&gt; 热门内容与来源占比分析</a:t>
            </a:r>
          </a:p>
          <a:p>
            <a:pPr lvl="0">
              <a:buChar char="•"/>
            </a:pPr>
            <a:r>
              <a:rPr lang="zh-CN" sz="2000" dirty="0"/>
              <a:t>实体流程：自动抽取待确认 -&gt; 管理员审核 -&gt; 进入正式实体与关系表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数据库与知识建模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系统围绕用户、知识、分类、文件、任务、聊天、实体和关系等核心对象设计数据表</a:t>
            </a:r>
          </a:p>
          <a:p>
            <a:pPr lvl="0">
              <a:buChar char="•"/>
            </a:pPr>
            <a:r>
              <a:rPr lang="zh-CN" sz="2000" dirty="0"/>
              <a:t>知识管理主表：kb_knowledge、kb_category、kb_file、kb_chunk、process_task</a:t>
            </a:r>
          </a:p>
          <a:p>
            <a:pPr lvl="0">
              <a:buChar char="•"/>
            </a:pPr>
            <a:r>
              <a:rPr lang="zh-CN" sz="2000" dirty="0"/>
              <a:t>问答与行为表：chat_session、chat_message、user_action_log、search_keyword_stat</a:t>
            </a:r>
          </a:p>
          <a:p>
            <a:pPr lvl="0">
              <a:buChar char="•"/>
            </a:pPr>
            <a:r>
              <a:rPr lang="zh-CN" sz="2000" dirty="0"/>
              <a:t>实体关系表：beauty_ingredient、beauty_effect、beauty_product 及关联关系表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系统实现与演示效果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目前系统已完成主要页面和核心链路联调，支持中期检查及答辩演示</a:t>
            </a:r>
          </a:p>
          <a:p>
            <a:pPr lvl="0">
              <a:buChar char="•"/>
            </a:pPr>
            <a:r>
              <a:rPr lang="zh-CN" sz="2000" dirty="0"/>
              <a:t>管理员可创建知识、上传文档、查看任务状态、管理用户和公告</a:t>
            </a:r>
          </a:p>
          <a:p>
            <a:pPr lvl="0">
              <a:buChar char="•"/>
            </a:pPr>
            <a:r>
              <a:rPr lang="zh-CN" sz="2000" dirty="0"/>
              <a:t>普通用户可浏览推荐知识、查看详情、收藏内容并发起智能提问</a:t>
            </a:r>
          </a:p>
          <a:p>
            <a:pPr lvl="0">
              <a:buChar char="•"/>
            </a:pPr>
            <a:r>
              <a:rPr lang="zh-CN" sz="2000" dirty="0"/>
              <a:t>问答结果支持来源展示，提高回答可信度和演示说服力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项目特色、创新点与不足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特色一：将CMS内容管理与RAG智能问答结合，面向美业垂直领域落地</a:t>
            </a:r>
          </a:p>
          <a:p>
            <a:pPr lvl="0">
              <a:buChar char="•"/>
            </a:pPr>
            <a:r>
              <a:rPr lang="zh-CN" sz="2000" dirty="0"/>
              <a:t>特色二：采用异步处理流水线，支持文件处理状态追踪与失败重试</a:t>
            </a:r>
          </a:p>
          <a:p>
            <a:pPr lvl="0">
              <a:buChar char="•"/>
            </a:pPr>
            <a:r>
              <a:rPr lang="zh-CN" sz="2000" dirty="0"/>
              <a:t>特色三：构建“成分—功效—产品”基础知识关系，支持后续图谱扩展</a:t>
            </a:r>
          </a:p>
          <a:p>
            <a:pPr lvl="0">
              <a:buChar char="•"/>
            </a:pPr>
            <a:r>
              <a:rPr lang="zh-CN" sz="2000" dirty="0"/>
              <a:t>当前不足：统计报表、知识图谱可视化、测试评估与论文正文仍需继续完善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pPr lvl="0"/>
            <a:r>
              <a:rPr lang="zh-CN" sz="2800" dirty="0"/>
              <a:t>后续计划与答辩总结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463040"/>
            <a:ext cx="7772400" cy="4114800"/>
          </a:xfrm>
        </p:spPr>
        <p:txBody>
          <a:bodyPr wrap="square"/>
          <a:lstStyle/>
          <a:p>
            <a:pPr lvl="0"/>
            <a:r>
              <a:rPr lang="zh-CN" sz="2000" dirty="0"/>
              <a:t>继续优化管理端与用户端交互体验，补齐统计图表和状态流程细节</a:t>
            </a:r>
          </a:p>
          <a:p>
            <a:pPr lvl="0">
              <a:buChar char="•"/>
            </a:pPr>
            <a:r>
              <a:rPr lang="zh-CN" sz="2000" dirty="0"/>
              <a:t>完善系统测试、性能分析、问答效果评估与论文撰写</a:t>
            </a:r>
          </a:p>
          <a:p>
            <a:pPr lvl="0">
              <a:buChar char="•"/>
            </a:pPr>
            <a:r>
              <a:rPr lang="zh-CN" sz="2000" dirty="0"/>
              <a:t>整理部署说明、演示账号、演示数据与答辩材料</a:t>
            </a:r>
          </a:p>
          <a:p>
            <a:pPr lvl="0">
              <a:buChar char="•"/>
            </a:pPr>
            <a:r>
              <a:rPr lang="zh-CN" sz="2000" dirty="0"/>
              <a:t>总结：本课题已完成系统核心闭环，具备较好的工程实现价值与展示效果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B4D"/>
      </a:dk2>
      <a:lt2>
        <a:srgbClr val="F5F5F5"/>
      </a:lt2>
      <a:accent1>
        <a:srgbClr val="0F766E"/>
      </a:accent1>
      <a:accent2>
        <a:srgbClr val="2F80ED"/>
      </a:accent2>
      <a:accent3>
        <a:srgbClr val="F2994A"/>
      </a:accent3>
      <a:accent4>
        <a:srgbClr val="27AE60"/>
      </a:accent4>
      <a:accent5>
        <a:srgbClr val="9B51E0"/>
      </a:accent5>
      <a:accent6>
        <a:srgbClr val="EB575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等线"/>
        <a:cs typeface=""/>
      </a:majorFont>
      <a:minorFont>
        <a:latin typeface="Aptos"/>
        <a:ea typeface="等线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AI美业知识台_毕业答辩PPT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AI美业知识台 毕业答辩PPT</dc:title>
  <dc:creator>Codex</dc:creator>
  <cp:lastModifiedBy>Codex</cp:lastModifiedBy>
  <dcterms:created xsi:type="dcterms:W3CDTF">2026-03-18T22:32:58.882234+08:00</dcterms:created>
  <dcterms:modified xsi:type="dcterms:W3CDTF">2026-03-18T22:32:58.882234+08:00</dcterms:modified>
</cp:coreProperties>
</file>